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3200400" cy="32004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286000"/>
            <a:ext cx="2011680" cy="201168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02920"/>
            <a:ext cx="3954780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SOFTWARE CONSTRUCTION &amp; DEVELOPMENT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NL-DB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A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 Language Database Manager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572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Student: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Subhan Ahmad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Roll No: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FALL-24/BSSE/A/002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Course: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Software Construction and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Final Project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329184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329184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2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that lets users query SQLite databases using plain English — powered by a local LLM (Ollama + Qwen2.5 3B). No SQL knowledge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819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PySide6 (Qt6 GUI)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• Ollama (local AI)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• pytest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58191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delivery in 3 incremental phases. MVP focused. Non-MVP features (CSV export, history, query inspector) deferred to v2.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Process Model &amp; SPI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6888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246888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3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560320" cy="2286000"/>
          </a:xfrm>
          <a:prstGeom prst="rect">
            <a:avLst/>
          </a:prstGeom>
          <a:solidFill>
            <a:srgbClr val="16203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56032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CC1"/>
                </a:solidFill>
              </a:rPr>
              <a:t>Day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Env setup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Ollama + Qwen2.5 3B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 scaffold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4368" y="2057400"/>
            <a:ext cx="301752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2560320" cy="2286000"/>
          </a:xfrm>
          <a:prstGeom prst="rect">
            <a:avLst/>
          </a:prstGeom>
          <a:solidFill>
            <a:srgbClr val="162032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56032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A5F5"/>
                </a:solidFill>
              </a:rPr>
              <a:t>Days 2–3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810512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handle_nl_query()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DB Connection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Browser Panel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24728" y="2057400"/>
            <a:ext cx="301752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51560"/>
            <a:ext cx="2560320" cy="2286000"/>
          </a:xfrm>
          <a:prstGeom prst="rect">
            <a:avLst/>
          </a:prstGeom>
          <a:solidFill>
            <a:srgbClr val="162032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051560"/>
            <a:ext cx="25603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565C0"/>
                </a:solidFill>
              </a:rPr>
              <a:t>Days 4–5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810512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Query Panel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SafetyDialog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pytest green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</a:rPr>
              <a:t>Software Process Improvement (SPI) Highlights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867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Scope Reduction — removed non-MVP features to protect delivery timeline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33672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Verification Gates — pass/fail checklist at each phase boundary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553712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507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Agent Contract — Do-Not-Do list preventing over-engineering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Version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329184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329184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4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35024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881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initial scaffold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15568"/>
            <a:ext cx="1280160" cy="23774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15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01168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65376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18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db connection + schema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1280160" cy="2377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201168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95728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query handler monolith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176272"/>
            <a:ext cx="1280160" cy="2377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176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201168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79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db browser panel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706624"/>
            <a:ext cx="1280160" cy="2377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706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5526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456432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2095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query panel + safety dialog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236976"/>
            <a:ext cx="128016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2369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785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86784"/>
            <a:ext cx="27432" cy="320040"/>
          </a:xfrm>
          <a:prstGeom prst="rect">
            <a:avLst/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739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add pytest suite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767328"/>
            <a:ext cx="128016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315968"/>
            <a:ext cx="201168" cy="2011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2702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finalize README &amp; report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297680"/>
            <a:ext cx="128016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2976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Conventional commits format (chore: / feat: / test: / docs:) ensures a readable, auditable log.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Lehman's Laws of Software Evolution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6888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246888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5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645920"/>
          </a:xfrm>
          <a:prstGeom prst="rect">
            <a:avLst/>
          </a:prstGeom>
          <a:solidFill>
            <a:srgbClr val="162032"/>
          </a:solidFill>
          <a:ln w="15240">
            <a:solidFill>
              <a:srgbClr val="00AC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Law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Continuing Change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Features deferred (CSV, history) — evolution acknowledged as inevitable.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1645920"/>
          </a:xfrm>
          <a:prstGeom prst="rect">
            <a:avLst/>
          </a:prstGeom>
          <a:solidFill>
            <a:srgbClr val="162032"/>
          </a:solidFill>
          <a:ln w="15240">
            <a:solidFill>
              <a:srgbClr val="42A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188720"/>
            <a:ext cx="502920" cy="50292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Law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</a:rPr>
              <a:t>Increasing Complexity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Monolithic handle_nl_query() chosen to control v1 complexity; Phase 3 refactoring planned.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206240" cy="1645920"/>
          </a:xfrm>
          <a:prstGeom prst="rect">
            <a:avLst/>
          </a:prstGeom>
          <a:solidFill>
            <a:srgbClr val="162032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Law 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Conservation of Familiarity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Python, PySide6, SQLite, Ollama — all within team's existing knowledge base.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206240" cy="1645920"/>
          </a:xfrm>
          <a:prstGeom prst="rect">
            <a:avLst/>
          </a:prstGeom>
          <a:solidFill>
            <a:srgbClr val="162032"/>
          </a:solidFill>
          <a:ln w="15240">
            <a:solidFill>
              <a:srgbClr val="FB8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063240"/>
            <a:ext cx="502920" cy="50292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Law VI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C00"/>
                </a:solidFill>
              </a:rPr>
              <a:t>Continuing Growth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611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Deferred features (query history, CSV, SQL sanitiser) form a planned v2 backlog.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Software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329184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329184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6 OF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Deployment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5603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pip install -e .  — single command installs all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5603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ollama pull qwen2.5:3b — local AI backend, no cloud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25603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7249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python main.py  — launches the desktop 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256032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364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SQLite data stored locally in /data folder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Cross-Platform Support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463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81051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1051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Windows 10/11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81051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12848"/>
            <a:ext cx="4114800" cy="402336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1284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macOS (Intel + M-series)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21284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61518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15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</a:rPr>
              <a:t>Linux (libGL req.)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26151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Refactoring &amp; Legacy Code Removal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6888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246888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7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(Legacy)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After (Refactored)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8595360" cy="749808"/>
          </a:xfrm>
          <a:prstGeom prst="rect">
            <a:avLst/>
          </a:prstGeom>
          <a:solidFill>
            <a:srgbClr val="162032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426464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832" y="1426464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2646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sqlite3 calls throughout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142646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DBConnection class — connect(), disconnect(), get_schema()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48272" y="1554480"/>
            <a:ext cx="1920240" cy="2926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Extract Class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8595360" cy="749808"/>
          </a:xfrm>
          <a:prstGeom prst="rect">
            <a:avLst/>
          </a:prstGeom>
          <a:solidFill>
            <a:srgbClr val="182438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231136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6832" y="2231136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3113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Hardcoded http://localhost:11434 everywhere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47872" y="223113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ollama_url parameter with default in function signature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2359152"/>
            <a:ext cx="1920240" cy="2926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3591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Parameterise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8595360" cy="749808"/>
          </a:xfrm>
          <a:prstGeom prst="rect">
            <a:avLst/>
          </a:prstGeom>
          <a:solidFill>
            <a:srgbClr val="162032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3035808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56832" y="3035808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3580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'DROP' in sql or 'DELETE' in sql...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47872" y="303580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DestructiveQueryError exception — UI reacts to type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48272" y="3163824"/>
            <a:ext cx="1920240" cy="2926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163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Replace Conditional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767328"/>
            <a:ext cx="8595360" cy="749808"/>
          </a:xfrm>
          <a:prstGeom prst="rect">
            <a:avLst/>
          </a:prstGeom>
          <a:solidFill>
            <a:srgbClr val="182438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6432" y="3840480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56832" y="3840480"/>
            <a:ext cx="36576" cy="60350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8404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UI and logic in one file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47872" y="38404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query_handler.py (logic) vs app/ui/ (presentation)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3968496"/>
            <a:ext cx="1920240" cy="2926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Separation of Concerns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Unit &amp; Automated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329184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329184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8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18872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test_select_returns_rows()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3749040" cy="36576"/>
          </a:xfrm>
          <a:prstGeom prst="rect">
            <a:avLst/>
          </a:prstGeom>
          <a:solidFill>
            <a:srgbClr val="E0E8F4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7099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SELECT query returns dict with non-empty rows and correct columns.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3500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test_handler.py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118872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test_destructive_raises()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9472" y="1572768"/>
            <a:ext cx="3749040" cy="36576"/>
          </a:xfrm>
          <a:prstGeom prst="rect">
            <a:avLst/>
          </a:prstGeom>
          <a:solidFill>
            <a:srgbClr val="E0E8F4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099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DROP TABLE raises DestructiveQueryError — SQL never executes.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3500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test_handler.py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292608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test_schema_returns_dict()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" y="3310128"/>
            <a:ext cx="3749040" cy="36576"/>
          </a:xfrm>
          <a:prstGeom prst="rect">
            <a:avLst/>
          </a:prstGeom>
          <a:solidFill>
            <a:srgbClr val="E0E8F4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4472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get_schema() returns dict: table names → column lists.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40873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test_db.py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9472" y="292608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test_list_tables()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19472" y="3310128"/>
            <a:ext cx="3749040" cy="36576"/>
          </a:xfrm>
          <a:prstGeom prst="rect">
            <a:avLst/>
          </a:prstGeom>
          <a:solidFill>
            <a:srgbClr val="E0E8F4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4472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list_tables() returns non-empty string list for any DB.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40873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</a:rPr>
              <a:t>test_db.py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Exception Handling &amp; Peer Reviews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6888"/>
            <a:ext cx="1641348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246888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9 OF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</a:rPr>
              <a:t>Exception Handling Layers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206240" cy="475488"/>
          </a:xfrm>
          <a:prstGeom prst="rect">
            <a:avLst/>
          </a:prstGeom>
          <a:solidFill>
            <a:srgbClr val="162032"/>
          </a:solidFill>
          <a:ln w="10160">
            <a:solidFill>
              <a:srgbClr val="FB8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64008" cy="47548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35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B8C00"/>
                </a:solidFill>
              </a:rPr>
              <a:t>query_handler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6367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DestructiveQueryError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4206240" cy="475488"/>
          </a:xfrm>
          <a:prstGeom prst="rect">
            <a:avLst/>
          </a:prstGeom>
          <a:solidFill>
            <a:srgbClr val="162032"/>
          </a:solidFill>
          <a:ln w="10160">
            <a:solidFill>
              <a:srgbClr val="FB8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84248"/>
            <a:ext cx="64008" cy="47548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025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B8C00"/>
                </a:solidFill>
              </a:rPr>
              <a:t>query_handler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203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requests.ConnectionError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4206240" cy="475488"/>
          </a:xfrm>
          <a:prstGeom prst="rect">
            <a:avLst/>
          </a:prstGeom>
          <a:solidFill>
            <a:srgbClr val="162032"/>
          </a:solidFill>
          <a:ln w="10160">
            <a:solidFill>
              <a:srgbClr val="42A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51176"/>
            <a:ext cx="64008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69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2A5F5"/>
                </a:solidFill>
              </a:rPr>
              <a:t>db_connection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27706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sqlite3.OperationalError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18104"/>
            <a:ext cx="4206240" cy="475488"/>
          </a:xfrm>
          <a:prstGeom prst="rect">
            <a:avLst/>
          </a:prstGeom>
          <a:solidFill>
            <a:srgbClr val="162032"/>
          </a:solidFill>
          <a:ln w="1016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18104"/>
            <a:ext cx="64008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CC1"/>
                </a:solidFill>
              </a:rPr>
              <a:t>query_panel (UI)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337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DestructiveQueryError → SafetyDialog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85032"/>
            <a:ext cx="4206240" cy="475488"/>
          </a:xfrm>
          <a:prstGeom prst="rect">
            <a:avLst/>
          </a:prstGeom>
          <a:solidFill>
            <a:srgbClr val="162032"/>
          </a:solidFill>
          <a:ln w="10160">
            <a:solidFill>
              <a:srgbClr val="00AC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685032"/>
            <a:ext cx="64008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CC1"/>
                </a:solidFill>
              </a:rPr>
              <a:t>query_panel (UI)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904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General Exception → status bar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</a:rPr>
              <a:t>Peer Review Activities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4160520" cy="1024128"/>
          </a:xfrm>
          <a:prstGeom prst="rect">
            <a:avLst/>
          </a:prstGeom>
          <a:solidFill>
            <a:srgbClr val="162032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417320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Walkthrough  •  Phase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8013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Added empty-response guard before SQL execution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587752"/>
            <a:ext cx="4160520" cy="1024128"/>
          </a:xfrm>
          <a:prstGeom prst="rect">
            <a:avLst/>
          </a:prstGeom>
          <a:solidFill>
            <a:srgbClr val="162032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87752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877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Inspection  •  Phase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971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Confirmed SafetyDialog returns QDialog.Rejected on Cancel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758184"/>
            <a:ext cx="4160520" cy="1024128"/>
          </a:xfrm>
          <a:prstGeom prst="rect">
            <a:avLst/>
          </a:prstGeom>
          <a:solidFill>
            <a:srgbClr val="162032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58184"/>
            <a:ext cx="41605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581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Review  •  Phase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14223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4 pytest tests confirmed deterministic &amp; boundary-correct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589520" y="246888"/>
            <a:ext cx="1746504" cy="256032"/>
          </a:xfrm>
          <a:prstGeom prst="roundRect">
            <a:avLst>
              <a:gd name="adj" fmla="val 17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2468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10 OF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00AC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11247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</a:rPr>
              <a:t>Incremental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61848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phases with formal verification gates delivered a working MVP in 5 days.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42A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097280"/>
            <a:ext cx="457200" cy="45720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13632" y="11247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Version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64992" y="161848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 with conventional commits per phase — clean, auditable history.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09728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39712" y="11247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Lehman's Laws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161848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Laws I, II, V &amp; VI demonstrated through deliberate scope management.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FB8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2971800"/>
            <a:ext cx="457200" cy="45720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29992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</a:rPr>
              <a:t>Clean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349300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Extract Class, Parameterise, SoC — full legacy code eliminated.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43A0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2971800"/>
            <a:ext cx="457200" cy="4572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13632" y="29992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64992" y="349300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pytest tests: isolated, deterministic, no Ollama dependency.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834640"/>
            <a:ext cx="2743200" cy="1664208"/>
          </a:xfrm>
          <a:prstGeom prst="rect">
            <a:avLst/>
          </a:prstGeom>
          <a:solidFill>
            <a:srgbClr val="162032"/>
          </a:solidFill>
          <a:ln w="15240">
            <a:solidFill>
              <a:srgbClr val="FB8C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2971800"/>
            <a:ext cx="457200" cy="45720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39712" y="29992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</a:rPr>
              <a:t>Exception-Driven UX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91072" y="349300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DestructiveQueryError flows directly into SafetyDialog — unbypassable safety.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Subhan Ahmad  |  FALL-24/BSSE/A/002  |  NL-DB: Natural Language Database Manager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NL-DB: Natural Language Database Manager</dc:title>
  <dc:subject>PptxGenJS Presentation</dc:subject>
  <dc:creator>Subhan Ahmad</dc:creator>
  <cp:lastModifiedBy>Subhan Ahmad</cp:lastModifiedBy>
  <cp:revision>1</cp:revision>
  <dcterms:created xsi:type="dcterms:W3CDTF">2026-06-04T07:12:53Z</dcterms:created>
  <dcterms:modified xsi:type="dcterms:W3CDTF">2026-06-04T07:12:53Z</dcterms:modified>
</cp:coreProperties>
</file>